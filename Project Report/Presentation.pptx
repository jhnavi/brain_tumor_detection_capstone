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892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9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039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00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92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27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7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80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417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20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67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0984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05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986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49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3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194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1"/>
            <a:ext cx="643247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92240"/>
            <a:ext cx="1418504" cy="365760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0" y="6492241"/>
            <a:ext cx="492920" cy="365760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1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251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kaggle.com/datasets/arwabasal/brain-tumor-mri-detection" TargetMode="Externa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0D588D-CA93-DB0C-ED19-84C54E12E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619" y="494905"/>
            <a:ext cx="8249264" cy="2535625"/>
          </a:xfrm>
        </p:spPr>
        <p:txBody>
          <a:bodyPr/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Brain Tumour Detection</a:t>
            </a:r>
            <a:br>
              <a:rPr lang="en-IN" sz="5400" b="1" dirty="0"/>
            </a:br>
            <a:endParaRPr lang="en-IN" sz="5400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A3C4477-3DC8-FB4E-CA9D-4308D31DE6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117" y="2348603"/>
            <a:ext cx="6620968" cy="861420"/>
          </a:xfrm>
        </p:spPr>
        <p:txBody>
          <a:bodyPr/>
          <a:lstStyle/>
          <a:p>
            <a:pPr>
              <a:defRPr sz="1900"/>
            </a:pPr>
            <a:r>
              <a:rPr lang="en-US" b="1" dirty="0"/>
              <a:t>Using MRI Images and Deep Learning</a:t>
            </a:r>
          </a:p>
          <a:p>
            <a:pPr>
              <a:defRPr sz="1900"/>
            </a:pPr>
            <a:r>
              <a:rPr lang="en-US" b="1" dirty="0"/>
              <a:t>Presented by: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Jahnavi</a:t>
            </a:r>
            <a:r>
              <a:rPr lang="en-US" b="1" dirty="0"/>
              <a:t> R</a:t>
            </a:r>
          </a:p>
          <a:p>
            <a:endParaRPr lang="en-IN" b="1" dirty="0"/>
          </a:p>
        </p:txBody>
      </p:sp>
      <p:pic>
        <p:nvPicPr>
          <p:cNvPr id="6" name="Picture 5" descr="AI can predict brain cancer patients' survival | King's College London">
            <a:extLst>
              <a:ext uri="{FF2B5EF4-FFF2-40B4-BE49-F238E27FC236}">
                <a16:creationId xmlns:a16="http://schemas.microsoft.com/office/drawing/2014/main" id="{61BE9FC8-7579-4EDD-38BE-C0CCDDCEB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392" y="3309420"/>
            <a:ext cx="5622491" cy="31716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355956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777043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9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brain tumour detection system using MobileNetV2 transfer learning that automatically analyzes MRI images and classifies them as “Tumour” or “No Tumour.”</a:t>
            </a:r>
          </a:p>
          <a:p>
            <a:pPr>
              <a:defRPr sz="1900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9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brain MRI images into Tumor and No Tumor using deep learning.</a:t>
            </a:r>
          </a:p>
          <a:p>
            <a:pPr>
              <a:defRPr sz="19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9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prototype only — not a clinical diagnostic 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20313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9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Public dataset collection</a:t>
            </a:r>
          </a:p>
          <a:p>
            <a:pPr>
              <a:lnSpc>
                <a:spcPct val="150000"/>
              </a:lnSpc>
              <a:defRPr sz="19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Image preprocessing</a:t>
            </a:r>
          </a:p>
          <a:p>
            <a:pPr>
              <a:lnSpc>
                <a:spcPct val="150000"/>
              </a:lnSpc>
              <a:defRPr sz="19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augmentation</a:t>
            </a:r>
          </a:p>
          <a:p>
            <a:pPr>
              <a:lnSpc>
                <a:spcPct val="150000"/>
              </a:lnSpc>
              <a:defRPr sz="19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Transfer learning</a:t>
            </a:r>
          </a:p>
          <a:p>
            <a:pPr>
              <a:lnSpc>
                <a:spcPct val="150000"/>
              </a:lnSpc>
              <a:defRPr sz="19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evaluation</a:t>
            </a:r>
          </a:p>
          <a:p>
            <a:pPr>
              <a:lnSpc>
                <a:spcPct val="150000"/>
              </a:lnSpc>
              <a:defRPr sz="19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338163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2285" y="1263443"/>
            <a:ext cx="831809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9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CNNs are widely used in medical image classification</a:t>
            </a:r>
          </a:p>
          <a:p>
            <a:pPr>
              <a:lnSpc>
                <a:spcPct val="150000"/>
              </a:lnSpc>
              <a:defRPr sz="19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Transfer learning is useful with limited labeled data</a:t>
            </a:r>
          </a:p>
          <a:p>
            <a:pPr>
              <a:lnSpc>
                <a:spcPct val="150000"/>
              </a:lnSpc>
              <a:defRPr sz="19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Recent reviews discuss CNNs, transfer learning, attention 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</a:t>
            </a:r>
          </a:p>
          <a:p>
            <a:pPr>
              <a:lnSpc>
                <a:spcPct val="150000"/>
              </a:lnSpc>
              <a:defRPr sz="19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Challenges include dataset bias, class imbalance and clinical generalization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265226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Different datasets and validation protocols make comparisons difficult</a:t>
            </a:r>
          </a:p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Public datasets may not represent clinical populations</a:t>
            </a:r>
          </a:p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validation accuracy does not prove clinical readiness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5071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Tumor (MRI) Detection — Kaggle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Author: Arwa Basal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Classes: yes (Tumor), no (No Tumor)</a:t>
            </a:r>
          </a:p>
          <a:p>
            <a:pPr>
              <a:defRPr sz="1900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https://www.kaggle.com/datasets/arwabasal/brain-tumor-mri-detection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A7FF96-1AEF-CBEC-BBBF-99F87A503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993" y="3429000"/>
            <a:ext cx="5978013" cy="25664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263360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Validate images</a:t>
            </a:r>
          </a:p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RGB conversion</a:t>
            </a:r>
          </a:p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Resize to 224 × 224</a:t>
            </a:r>
          </a:p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80:20 training-validation split</a:t>
            </a:r>
          </a:p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Fixed random seed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351891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Training-only: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Horizontal flip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Rotation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Zoom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Contrast</a:t>
            </a:r>
          </a:p>
          <a:p>
            <a:pPr>
              <a:defRPr sz="1900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improve robustness and reduce overfitting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36016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92039"/>
            <a:ext cx="761311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 Transfer Learning</a:t>
            </a:r>
          </a:p>
          <a:p>
            <a:pPr>
              <a:defRPr sz="1900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→ Augmentation → MobileNetV2 → Global Average Pooling → Dropout → Sigmoid → Prediction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0249E5-9C53-4021-7038-4B3B742DA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92" y="2665542"/>
            <a:ext cx="7757651" cy="38083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7043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Binary cross-entropy</a:t>
            </a:r>
          </a:p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Adam optimizer</a:t>
            </a:r>
          </a:p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Frozen-backbone training</a:t>
            </a:r>
          </a:p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fine-tuning</a:t>
            </a:r>
          </a:p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Early stopping</a:t>
            </a:r>
          </a:p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Learning-rate reduction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20986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Accuracy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Precision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Recall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F1-score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Confusion matrix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placeholders with actual values from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metrics.json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294561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Open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Upload MRI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Click Analyze MRI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View Tumor / No Tumor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View model confidence</a:t>
            </a:r>
          </a:p>
          <a:p>
            <a:pPr>
              <a:defRPr sz="1900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-m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app.py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861263-16C6-42CF-39EF-5393391EC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1" y="3618369"/>
            <a:ext cx="6827837" cy="29675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46226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screenshots: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Accuracy curve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Loss curve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Confusion matrix</a:t>
            </a: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</a:t>
            </a:r>
          </a:p>
          <a:p>
            <a:pPr>
              <a:defRPr sz="1900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only actual training results.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EF814C-1F0B-A8D5-18D9-485A39AC5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07" y="3849672"/>
            <a:ext cx="8401785" cy="22467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38539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Public dataset limitations</a:t>
            </a:r>
          </a:p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Possible dataset bias</a:t>
            </a:r>
          </a:p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external clinical validation</a:t>
            </a:r>
          </a:p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Not a diagnostic device</a:t>
            </a:r>
          </a:p>
          <a:p>
            <a:pPr>
              <a:lnSpc>
                <a:spcPct val="150000"/>
              </a:lnSpc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Confidence ≠ clinical certainty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50199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75737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MRI classification pipeline completed.</a:t>
            </a:r>
          </a:p>
          <a:p>
            <a:pPr>
              <a:defRPr sz="1900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Future: external validation, Grad-CAM, other CNN architectures, cross-validation and larger datasets.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209442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7436137" cy="1375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dataset and systematic reviews on brain MRI deep learning and transfer learning.</a:t>
            </a:r>
          </a:p>
          <a:p>
            <a:pPr>
              <a:lnSpc>
                <a:spcPct val="150000"/>
              </a:lnSpc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in the project report.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82</TotalTime>
  <Words>434</Words>
  <Application>Microsoft Office PowerPoint</Application>
  <PresentationFormat>On-screen Show (4:3)</PresentationFormat>
  <Paragraphs>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Century Gothic</vt:lpstr>
      <vt:lpstr>Times New Roman</vt:lpstr>
      <vt:lpstr>Wingdings 3</vt:lpstr>
      <vt:lpstr>Ion</vt:lpstr>
      <vt:lpstr>AI-Based Brain Tumour Detection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JAHNAVI</dc:creator>
  <cp:keywords/>
  <dc:description>generated using python-pptx</dc:description>
  <cp:lastModifiedBy>23AK5A0510 jahnavi R</cp:lastModifiedBy>
  <cp:revision>2</cp:revision>
  <dcterms:created xsi:type="dcterms:W3CDTF">2013-01-27T09:14:16Z</dcterms:created>
  <dcterms:modified xsi:type="dcterms:W3CDTF">2026-08-17T06:36:35Z</dcterms:modified>
  <cp:category/>
</cp:coreProperties>
</file>